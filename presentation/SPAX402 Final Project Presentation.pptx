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0" r:id="rId5"/>
    <p:sldId id="258" r:id="rId6"/>
    <p:sldId id="261" r:id="rId7"/>
    <p:sldId id="265" r:id="rId8"/>
    <p:sldId id="262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Chapman" userId="c6648ea13a4819e1" providerId="LiveId" clId="{BF9EC2D8-1460-441A-9732-E6910D3CE5BB}"/>
    <pc:docChg chg="undo redo custSel addSld delSld modSld sldOrd">
      <pc:chgData name="Peter Chapman" userId="c6648ea13a4819e1" providerId="LiveId" clId="{BF9EC2D8-1460-441A-9732-E6910D3CE5BB}" dt="2025-12-07T23:38:19.019" v="10770" actId="20577"/>
      <pc:docMkLst>
        <pc:docMk/>
      </pc:docMkLst>
      <pc:sldChg chg="modSp new mod">
        <pc:chgData name="Peter Chapman" userId="c6648ea13a4819e1" providerId="LiveId" clId="{BF9EC2D8-1460-441A-9732-E6910D3CE5BB}" dt="2025-12-06T17:09:57.709" v="2007" actId="1076"/>
        <pc:sldMkLst>
          <pc:docMk/>
          <pc:sldMk cId="3631984619" sldId="256"/>
        </pc:sldMkLst>
        <pc:spChg chg="mod">
          <ac:chgData name="Peter Chapman" userId="c6648ea13a4819e1" providerId="LiveId" clId="{BF9EC2D8-1460-441A-9732-E6910D3CE5BB}" dt="2025-12-06T17:09:33.771" v="2003" actId="14100"/>
          <ac:spMkLst>
            <pc:docMk/>
            <pc:sldMk cId="3631984619" sldId="256"/>
            <ac:spMk id="2" creationId="{E7E85A36-2E3D-FEE2-DEFC-6EEDFADD9182}"/>
          </ac:spMkLst>
        </pc:spChg>
        <pc:spChg chg="mod">
          <ac:chgData name="Peter Chapman" userId="c6648ea13a4819e1" providerId="LiveId" clId="{BF9EC2D8-1460-441A-9732-E6910D3CE5BB}" dt="2025-12-06T17:09:57.709" v="2007" actId="1076"/>
          <ac:spMkLst>
            <pc:docMk/>
            <pc:sldMk cId="3631984619" sldId="256"/>
            <ac:spMk id="3" creationId="{AF6B94D3-634B-41B9-F82D-2D7573FD2870}"/>
          </ac:spMkLst>
        </pc:spChg>
      </pc:sldChg>
      <pc:sldChg chg="delSp modSp new mod">
        <pc:chgData name="Peter Chapman" userId="c6648ea13a4819e1" providerId="LiveId" clId="{BF9EC2D8-1460-441A-9732-E6910D3CE5BB}" dt="2025-12-06T17:09:01.790" v="1999" actId="27636"/>
        <pc:sldMkLst>
          <pc:docMk/>
          <pc:sldMk cId="143472195" sldId="257"/>
        </pc:sldMkLst>
        <pc:spChg chg="mod">
          <ac:chgData name="Peter Chapman" userId="c6648ea13a4819e1" providerId="LiveId" clId="{BF9EC2D8-1460-441A-9732-E6910D3CE5BB}" dt="2025-12-06T17:09:01.646" v="1997"/>
          <ac:spMkLst>
            <pc:docMk/>
            <pc:sldMk cId="143472195" sldId="257"/>
            <ac:spMk id="2" creationId="{C5A04C0A-3396-EB8D-A33B-3302F69AAEA0}"/>
          </ac:spMkLst>
        </pc:spChg>
        <pc:spChg chg="mod">
          <ac:chgData name="Peter Chapman" userId="c6648ea13a4819e1" providerId="LiveId" clId="{BF9EC2D8-1460-441A-9732-E6910D3CE5BB}" dt="2025-12-06T17:09:01.790" v="1999" actId="27636"/>
          <ac:spMkLst>
            <pc:docMk/>
            <pc:sldMk cId="143472195" sldId="257"/>
            <ac:spMk id="3" creationId="{325C164E-0948-FA1D-3856-E89BD75244B1}"/>
          </ac:spMkLst>
        </pc:spChg>
        <pc:spChg chg="del">
          <ac:chgData name="Peter Chapman" userId="c6648ea13a4819e1" providerId="LiveId" clId="{BF9EC2D8-1460-441A-9732-E6910D3CE5BB}" dt="2025-12-06T16:28:44.025" v="164" actId="21"/>
          <ac:spMkLst>
            <pc:docMk/>
            <pc:sldMk cId="143472195" sldId="257"/>
            <ac:spMk id="4" creationId="{25805505-8013-88A9-75D8-DE282767450F}"/>
          </ac:spMkLst>
        </pc:spChg>
      </pc:sldChg>
      <pc:sldChg chg="delSp modSp new mod ord">
        <pc:chgData name="Peter Chapman" userId="c6648ea13a4819e1" providerId="LiveId" clId="{BF9EC2D8-1460-441A-9732-E6910D3CE5BB}" dt="2025-12-06T22:47:49.470" v="6972" actId="20577"/>
        <pc:sldMkLst>
          <pc:docMk/>
          <pc:sldMk cId="2709168867" sldId="258"/>
        </pc:sldMkLst>
        <pc:spChg chg="mod">
          <ac:chgData name="Peter Chapman" userId="c6648ea13a4819e1" providerId="LiveId" clId="{BF9EC2D8-1460-441A-9732-E6910D3CE5BB}" dt="2025-12-06T17:09:01.646" v="1997"/>
          <ac:spMkLst>
            <pc:docMk/>
            <pc:sldMk cId="2709168867" sldId="258"/>
            <ac:spMk id="2" creationId="{528D09CF-5ACF-477C-D804-05465C1024FD}"/>
          </ac:spMkLst>
        </pc:spChg>
        <pc:spChg chg="mod">
          <ac:chgData name="Peter Chapman" userId="c6648ea13a4819e1" providerId="LiveId" clId="{BF9EC2D8-1460-441A-9732-E6910D3CE5BB}" dt="2025-12-06T22:47:49.470" v="6972" actId="20577"/>
          <ac:spMkLst>
            <pc:docMk/>
            <pc:sldMk cId="2709168867" sldId="258"/>
            <ac:spMk id="3" creationId="{B554FE68-4905-BC76-2DF9-B297C24A82FB}"/>
          </ac:spMkLst>
        </pc:spChg>
        <pc:spChg chg="del">
          <ac:chgData name="Peter Chapman" userId="c6648ea13a4819e1" providerId="LiveId" clId="{BF9EC2D8-1460-441A-9732-E6910D3CE5BB}" dt="2025-12-06T16:30:09.711" v="306" actId="21"/>
          <ac:spMkLst>
            <pc:docMk/>
            <pc:sldMk cId="2709168867" sldId="258"/>
            <ac:spMk id="4" creationId="{B187E16E-78E3-B119-EA69-ED6834BE0F04}"/>
          </ac:spMkLst>
        </pc:spChg>
      </pc:sldChg>
      <pc:sldChg chg="delSp modSp new del mod">
        <pc:chgData name="Peter Chapman" userId="c6648ea13a4819e1" providerId="LiveId" clId="{BF9EC2D8-1460-441A-9732-E6910D3CE5BB}" dt="2025-12-06T18:55:11.308" v="4797" actId="2696"/>
        <pc:sldMkLst>
          <pc:docMk/>
          <pc:sldMk cId="4197689799" sldId="259"/>
        </pc:sldMkLst>
        <pc:spChg chg="mod">
          <ac:chgData name="Peter Chapman" userId="c6648ea13a4819e1" providerId="LiveId" clId="{BF9EC2D8-1460-441A-9732-E6910D3CE5BB}" dt="2025-12-06T17:09:01.646" v="1997"/>
          <ac:spMkLst>
            <pc:docMk/>
            <pc:sldMk cId="4197689799" sldId="259"/>
            <ac:spMk id="2" creationId="{D99587D8-A7F4-FDC7-9533-9E7B374DE8FD}"/>
          </ac:spMkLst>
        </pc:spChg>
        <pc:spChg chg="mod">
          <ac:chgData name="Peter Chapman" userId="c6648ea13a4819e1" providerId="LiveId" clId="{BF9EC2D8-1460-441A-9732-E6910D3CE5BB}" dt="2025-12-06T16:33:22.163" v="317" actId="20577"/>
          <ac:spMkLst>
            <pc:docMk/>
            <pc:sldMk cId="4197689799" sldId="259"/>
            <ac:spMk id="3" creationId="{890AFD90-7BAC-185B-3EE0-086DF177367B}"/>
          </ac:spMkLst>
        </pc:spChg>
      </pc:sldChg>
      <pc:sldChg chg="delSp modSp new mod ord">
        <pc:chgData name="Peter Chapman" userId="c6648ea13a4819e1" providerId="LiveId" clId="{BF9EC2D8-1460-441A-9732-E6910D3CE5BB}" dt="2025-12-06T18:54:45.721" v="4796" actId="20577"/>
        <pc:sldMkLst>
          <pc:docMk/>
          <pc:sldMk cId="3000830390" sldId="260"/>
        </pc:sldMkLst>
        <pc:spChg chg="mod">
          <ac:chgData name="Peter Chapman" userId="c6648ea13a4819e1" providerId="LiveId" clId="{BF9EC2D8-1460-441A-9732-E6910D3CE5BB}" dt="2025-12-06T17:09:01.646" v="1997"/>
          <ac:spMkLst>
            <pc:docMk/>
            <pc:sldMk cId="3000830390" sldId="260"/>
            <ac:spMk id="2" creationId="{8B43ABBF-7A6A-FC32-F8A3-FD5277549FC9}"/>
          </ac:spMkLst>
        </pc:spChg>
        <pc:spChg chg="mod">
          <ac:chgData name="Peter Chapman" userId="c6648ea13a4819e1" providerId="LiveId" clId="{BF9EC2D8-1460-441A-9732-E6910D3CE5BB}" dt="2025-12-06T18:54:45.721" v="4796" actId="20577"/>
          <ac:spMkLst>
            <pc:docMk/>
            <pc:sldMk cId="3000830390" sldId="260"/>
            <ac:spMk id="3" creationId="{08853118-9EA5-EB3C-D2E0-7B525C5C9295}"/>
          </ac:spMkLst>
        </pc:spChg>
        <pc:spChg chg="del">
          <ac:chgData name="Peter Chapman" userId="c6648ea13a4819e1" providerId="LiveId" clId="{BF9EC2D8-1460-441A-9732-E6910D3CE5BB}" dt="2025-12-06T16:29:45.433" v="279" actId="21"/>
          <ac:spMkLst>
            <pc:docMk/>
            <pc:sldMk cId="3000830390" sldId="260"/>
            <ac:spMk id="4" creationId="{B01DB070-CF1D-1C37-14DA-9219725E8A84}"/>
          </ac:spMkLst>
        </pc:spChg>
      </pc:sldChg>
      <pc:sldChg chg="delSp modSp new mod">
        <pc:chgData name="Peter Chapman" userId="c6648ea13a4819e1" providerId="LiveId" clId="{BF9EC2D8-1460-441A-9732-E6910D3CE5BB}" dt="2025-12-06T22:47:20.109" v="6968" actId="20577"/>
        <pc:sldMkLst>
          <pc:docMk/>
          <pc:sldMk cId="482320630" sldId="261"/>
        </pc:sldMkLst>
        <pc:spChg chg="mod">
          <ac:chgData name="Peter Chapman" userId="c6648ea13a4819e1" providerId="LiveId" clId="{BF9EC2D8-1460-441A-9732-E6910D3CE5BB}" dt="2025-12-06T18:55:23.218" v="4827" actId="20577"/>
          <ac:spMkLst>
            <pc:docMk/>
            <pc:sldMk cId="482320630" sldId="261"/>
            <ac:spMk id="2" creationId="{4BDE5E2E-FB66-55CE-F8BD-5569732B345D}"/>
          </ac:spMkLst>
        </pc:spChg>
        <pc:spChg chg="mod">
          <ac:chgData name="Peter Chapman" userId="c6648ea13a4819e1" providerId="LiveId" clId="{BF9EC2D8-1460-441A-9732-E6910D3CE5BB}" dt="2025-12-06T22:47:20.109" v="6968" actId="20577"/>
          <ac:spMkLst>
            <pc:docMk/>
            <pc:sldMk cId="482320630" sldId="261"/>
            <ac:spMk id="3" creationId="{32073EA9-5E55-8AE4-26D0-BBDD90E98F2B}"/>
          </ac:spMkLst>
        </pc:spChg>
        <pc:spChg chg="del">
          <ac:chgData name="Peter Chapman" userId="c6648ea13a4819e1" providerId="LiveId" clId="{BF9EC2D8-1460-441A-9732-E6910D3CE5BB}" dt="2025-12-06T16:33:08.694" v="315" actId="21"/>
          <ac:spMkLst>
            <pc:docMk/>
            <pc:sldMk cId="482320630" sldId="261"/>
            <ac:spMk id="4" creationId="{37BADC80-7DA7-0E85-B81E-B9B8740F84C0}"/>
          </ac:spMkLst>
        </pc:spChg>
      </pc:sldChg>
      <pc:sldChg chg="addSp delSp modSp add mod setBg">
        <pc:chgData name="Peter Chapman" userId="c6648ea13a4819e1" providerId="LiveId" clId="{BF9EC2D8-1460-441A-9732-E6910D3CE5BB}" dt="2025-12-06T22:33:07.631" v="6841" actId="20577"/>
        <pc:sldMkLst>
          <pc:docMk/>
          <pc:sldMk cId="27389807" sldId="262"/>
        </pc:sldMkLst>
        <pc:spChg chg="add del mod">
          <ac:chgData name="Peter Chapman" userId="c6648ea13a4819e1" providerId="LiveId" clId="{BF9EC2D8-1460-441A-9732-E6910D3CE5BB}" dt="2025-12-06T22:15:58.657" v="6452" actId="14100"/>
          <ac:spMkLst>
            <pc:docMk/>
            <pc:sldMk cId="27389807" sldId="262"/>
            <ac:spMk id="2" creationId="{9E39D14A-9401-A83D-4658-2DB53A9994BB}"/>
          </ac:spMkLst>
        </pc:spChg>
        <pc:spChg chg="del mod">
          <ac:chgData name="Peter Chapman" userId="c6648ea13a4819e1" providerId="LiveId" clId="{BF9EC2D8-1460-441A-9732-E6910D3CE5BB}" dt="2025-12-06T22:03:38.524" v="6226" actId="478"/>
          <ac:spMkLst>
            <pc:docMk/>
            <pc:sldMk cId="27389807" sldId="262"/>
            <ac:spMk id="3" creationId="{61830D68-7E59-8933-992C-106AFB6AFA9A}"/>
          </ac:spMkLst>
        </pc:spChg>
        <pc:spChg chg="add del mod">
          <ac:chgData name="Peter Chapman" userId="c6648ea13a4819e1" providerId="LiveId" clId="{BF9EC2D8-1460-441A-9732-E6910D3CE5BB}" dt="2025-12-06T22:14:19.600" v="6343" actId="478"/>
          <ac:spMkLst>
            <pc:docMk/>
            <pc:sldMk cId="27389807" sldId="262"/>
            <ac:spMk id="9" creationId="{E0D57E19-0A5C-503B-A084-BF30F901356F}"/>
          </ac:spMkLst>
        </pc:spChg>
        <pc:spChg chg="add">
          <ac:chgData name="Peter Chapman" userId="c6648ea13a4819e1" providerId="LiveId" clId="{BF9EC2D8-1460-441A-9732-E6910D3CE5BB}" dt="2025-12-06T22:03:43.868" v="6230" actId="26606"/>
          <ac:spMkLst>
            <pc:docMk/>
            <pc:sldMk cId="27389807" sldId="262"/>
            <ac:spMk id="10" creationId="{5D5E0904-721C-4D68-9EB8-1C9752E329A7}"/>
          </ac:spMkLst>
        </pc:spChg>
        <pc:spChg chg="add">
          <ac:chgData name="Peter Chapman" userId="c6648ea13a4819e1" providerId="LiveId" clId="{BF9EC2D8-1460-441A-9732-E6910D3CE5BB}" dt="2025-12-06T22:03:43.868" v="6230" actId="26606"/>
          <ac:spMkLst>
            <pc:docMk/>
            <pc:sldMk cId="27389807" sldId="262"/>
            <ac:spMk id="12" creationId="{B298ECBA-3258-45DF-8FD4-7581736BCCBC}"/>
          </ac:spMkLst>
        </pc:spChg>
        <pc:spChg chg="add del mod">
          <ac:chgData name="Peter Chapman" userId="c6648ea13a4819e1" providerId="LiveId" clId="{BF9EC2D8-1460-441A-9732-E6910D3CE5BB}" dt="2025-12-06T22:14:27.617" v="6345" actId="478"/>
          <ac:spMkLst>
            <pc:docMk/>
            <pc:sldMk cId="27389807" sldId="262"/>
            <ac:spMk id="13" creationId="{9B93849F-5BAE-7041-D95E-40A3B55BB185}"/>
          </ac:spMkLst>
        </pc:spChg>
        <pc:spChg chg="add">
          <ac:chgData name="Peter Chapman" userId="c6648ea13a4819e1" providerId="LiveId" clId="{BF9EC2D8-1460-441A-9732-E6910D3CE5BB}" dt="2025-12-06T22:03:43.868" v="6230" actId="26606"/>
          <ac:spMkLst>
            <pc:docMk/>
            <pc:sldMk cId="27389807" sldId="262"/>
            <ac:spMk id="14" creationId="{B62BF453-BD82-4B90-9FE7-51703133806E}"/>
          </ac:spMkLst>
        </pc:spChg>
        <pc:spChg chg="add mod">
          <ac:chgData name="Peter Chapman" userId="c6648ea13a4819e1" providerId="LiveId" clId="{BF9EC2D8-1460-441A-9732-E6910D3CE5BB}" dt="2025-12-06T22:33:07.631" v="6841" actId="20577"/>
          <ac:spMkLst>
            <pc:docMk/>
            <pc:sldMk cId="27389807" sldId="262"/>
            <ac:spMk id="15" creationId="{312E84E7-BCBE-F347-A409-AD414C127F8E}"/>
          </ac:spMkLst>
        </pc:spChg>
        <pc:spChg chg="add">
          <ac:chgData name="Peter Chapman" userId="c6648ea13a4819e1" providerId="LiveId" clId="{BF9EC2D8-1460-441A-9732-E6910D3CE5BB}" dt="2025-12-06T22:03:43.868" v="6230" actId="26606"/>
          <ac:spMkLst>
            <pc:docMk/>
            <pc:sldMk cId="27389807" sldId="262"/>
            <ac:spMk id="16" creationId="{072366D3-9B5C-42E1-9906-77FF6BB55EAB}"/>
          </ac:spMkLst>
        </pc:spChg>
        <pc:spChg chg="add">
          <ac:chgData name="Peter Chapman" userId="c6648ea13a4819e1" providerId="LiveId" clId="{BF9EC2D8-1460-441A-9732-E6910D3CE5BB}" dt="2025-12-06T22:03:43.868" v="6230" actId="26606"/>
          <ac:spMkLst>
            <pc:docMk/>
            <pc:sldMk cId="27389807" sldId="262"/>
            <ac:spMk id="18" creationId="{121F5E60-4E89-4B16-A245-12BD9935998D}"/>
          </ac:spMkLst>
        </pc:spChg>
        <pc:picChg chg="add del mod">
          <ac:chgData name="Peter Chapman" userId="c6648ea13a4819e1" providerId="LiveId" clId="{BF9EC2D8-1460-441A-9732-E6910D3CE5BB}" dt="2025-12-06T22:06:18.153" v="6238" actId="478"/>
          <ac:picMkLst>
            <pc:docMk/>
            <pc:sldMk cId="27389807" sldId="262"/>
            <ac:picMk id="5" creationId="{40655100-571B-349C-1584-7093E49DEC73}"/>
          </ac:picMkLst>
        </pc:picChg>
        <pc:picChg chg="add mod">
          <ac:chgData name="Peter Chapman" userId="c6648ea13a4819e1" providerId="LiveId" clId="{BF9EC2D8-1460-441A-9732-E6910D3CE5BB}" dt="2025-12-06T22:06:31.932" v="6241" actId="1076"/>
          <ac:picMkLst>
            <pc:docMk/>
            <pc:sldMk cId="27389807" sldId="262"/>
            <ac:picMk id="7" creationId="{A57ADD70-530B-0440-B993-FB1FAE793997}"/>
          </ac:picMkLst>
        </pc:picChg>
      </pc:sldChg>
      <pc:sldChg chg="addSp modSp add mod">
        <pc:chgData name="Peter Chapman" userId="c6648ea13a4819e1" providerId="LiveId" clId="{BF9EC2D8-1460-441A-9732-E6910D3CE5BB}" dt="2025-12-07T22:50:08.294" v="7909" actId="12385"/>
        <pc:sldMkLst>
          <pc:docMk/>
          <pc:sldMk cId="56515806" sldId="263"/>
        </pc:sldMkLst>
        <pc:spChg chg="mod">
          <ac:chgData name="Peter Chapman" userId="c6648ea13a4819e1" providerId="LiveId" clId="{BF9EC2D8-1460-441A-9732-E6910D3CE5BB}" dt="2025-12-06T17:09:01.646" v="1997"/>
          <ac:spMkLst>
            <pc:docMk/>
            <pc:sldMk cId="56515806" sldId="263"/>
            <ac:spMk id="2" creationId="{B19673CB-CCE2-9E61-A64B-14A041FB3723}"/>
          </ac:spMkLst>
        </pc:spChg>
        <pc:spChg chg="mod">
          <ac:chgData name="Peter Chapman" userId="c6648ea13a4819e1" providerId="LiveId" clId="{BF9EC2D8-1460-441A-9732-E6910D3CE5BB}" dt="2025-12-06T17:35:32.201" v="2341" actId="14100"/>
          <ac:spMkLst>
            <pc:docMk/>
            <pc:sldMk cId="56515806" sldId="263"/>
            <ac:spMk id="3" creationId="{6906D2F7-6E8D-553A-7425-CFD55618FCE2}"/>
          </ac:spMkLst>
        </pc:spChg>
        <pc:graphicFrameChg chg="add mod modGraphic">
          <ac:chgData name="Peter Chapman" userId="c6648ea13a4819e1" providerId="LiveId" clId="{BF9EC2D8-1460-441A-9732-E6910D3CE5BB}" dt="2025-12-07T22:50:08.294" v="7909" actId="12385"/>
          <ac:graphicFrameMkLst>
            <pc:docMk/>
            <pc:sldMk cId="56515806" sldId="263"/>
            <ac:graphicFrameMk id="4" creationId="{86E70916-ACC4-469C-21AE-BBBC54D4A994}"/>
          </ac:graphicFrameMkLst>
        </pc:graphicFrameChg>
      </pc:sldChg>
      <pc:sldChg chg="modSp add mod">
        <pc:chgData name="Peter Chapman" userId="c6648ea13a4819e1" providerId="LiveId" clId="{BF9EC2D8-1460-441A-9732-E6910D3CE5BB}" dt="2025-12-07T23:38:19.019" v="10770" actId="20577"/>
        <pc:sldMkLst>
          <pc:docMk/>
          <pc:sldMk cId="398571411" sldId="264"/>
        </pc:sldMkLst>
        <pc:spChg chg="mod">
          <ac:chgData name="Peter Chapman" userId="c6648ea13a4819e1" providerId="LiveId" clId="{BF9EC2D8-1460-441A-9732-E6910D3CE5BB}" dt="2025-12-06T17:39:46.880" v="2374" actId="20577"/>
          <ac:spMkLst>
            <pc:docMk/>
            <pc:sldMk cId="398571411" sldId="264"/>
            <ac:spMk id="2" creationId="{9CA088F3-8C1A-B7DD-6B81-A7972E800CBD}"/>
          </ac:spMkLst>
        </pc:spChg>
        <pc:spChg chg="mod">
          <ac:chgData name="Peter Chapman" userId="c6648ea13a4819e1" providerId="LiveId" clId="{BF9EC2D8-1460-441A-9732-E6910D3CE5BB}" dt="2025-12-07T23:38:19.019" v="10770" actId="20577"/>
          <ac:spMkLst>
            <pc:docMk/>
            <pc:sldMk cId="398571411" sldId="264"/>
            <ac:spMk id="3" creationId="{C37327CC-FA37-A314-B49D-FCDFF479CD3B}"/>
          </ac:spMkLst>
        </pc:spChg>
      </pc:sldChg>
      <pc:sldChg chg="addSp delSp modSp add mod setBg">
        <pc:chgData name="Peter Chapman" userId="c6648ea13a4819e1" providerId="LiveId" clId="{BF9EC2D8-1460-441A-9732-E6910D3CE5BB}" dt="2025-12-06T22:00:08.056" v="6224" actId="255"/>
        <pc:sldMkLst>
          <pc:docMk/>
          <pc:sldMk cId="2267953237" sldId="265"/>
        </pc:sldMkLst>
        <pc:spChg chg="mod">
          <ac:chgData name="Peter Chapman" userId="c6648ea13a4819e1" providerId="LiveId" clId="{BF9EC2D8-1460-441A-9732-E6910D3CE5BB}" dt="2025-12-06T22:00:08.056" v="6224" actId="255"/>
          <ac:spMkLst>
            <pc:docMk/>
            <pc:sldMk cId="2267953237" sldId="265"/>
            <ac:spMk id="2" creationId="{58938A94-97BE-9167-6355-DB40BD9757D7}"/>
          </ac:spMkLst>
        </pc:spChg>
        <pc:spChg chg="del mod">
          <ac:chgData name="Peter Chapman" userId="c6648ea13a4819e1" providerId="LiveId" clId="{BF9EC2D8-1460-441A-9732-E6910D3CE5BB}" dt="2025-12-06T21:29:15.186" v="5970" actId="22"/>
          <ac:spMkLst>
            <pc:docMk/>
            <pc:sldMk cId="2267953237" sldId="265"/>
            <ac:spMk id="3" creationId="{D3074AA3-9BE8-A847-4E5F-C79D6DE96471}"/>
          </ac:spMkLst>
        </pc:spChg>
        <pc:spChg chg="add del mod">
          <ac:chgData name="Peter Chapman" userId="c6648ea13a4819e1" providerId="LiveId" clId="{BF9EC2D8-1460-441A-9732-E6910D3CE5BB}" dt="2025-12-06T21:40:46.195" v="5978" actId="478"/>
          <ac:spMkLst>
            <pc:docMk/>
            <pc:sldMk cId="2267953237" sldId="265"/>
            <ac:spMk id="7" creationId="{3B2A43E8-56F6-0E37-B2C2-A55B05F5A3CB}"/>
          </ac:spMkLst>
        </pc:spChg>
        <pc:spChg chg="add del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10" creationId="{5D5E0904-721C-4D68-9EB8-1C9752E329A7}"/>
          </ac:spMkLst>
        </pc:spChg>
        <pc:spChg chg="add del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12" creationId="{B298ECBA-3258-45DF-8FD4-7581736BCCBC}"/>
          </ac:spMkLst>
        </pc:spChg>
        <pc:spChg chg="add del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14" creationId="{B62BF453-BD82-4B90-9FE7-51703133806E}"/>
          </ac:spMkLst>
        </pc:spChg>
        <pc:spChg chg="add del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16" creationId="{072366D3-9B5C-42E1-9906-77FF6BB55EAB}"/>
          </ac:spMkLst>
        </pc:spChg>
        <pc:spChg chg="add del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18" creationId="{121F5E60-4E89-4B16-A245-12BD9935998D}"/>
          </ac:spMkLst>
        </pc:spChg>
        <pc:spChg chg="add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23" creationId="{5D5E0904-721C-4D68-9EB8-1C9752E329A7}"/>
          </ac:spMkLst>
        </pc:spChg>
        <pc:spChg chg="add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25" creationId="{B298ECBA-3258-45DF-8FD4-7581736BCCBC}"/>
          </ac:spMkLst>
        </pc:spChg>
        <pc:spChg chg="add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27" creationId="{B62BF453-BD82-4B90-9FE7-51703133806E}"/>
          </ac:spMkLst>
        </pc:spChg>
        <pc:spChg chg="add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29" creationId="{072366D3-9B5C-42E1-9906-77FF6BB55EAB}"/>
          </ac:spMkLst>
        </pc:spChg>
        <pc:spChg chg="add">
          <ac:chgData name="Peter Chapman" userId="c6648ea13a4819e1" providerId="LiveId" clId="{BF9EC2D8-1460-441A-9732-E6910D3CE5BB}" dt="2025-12-06T21:40:52.366" v="5982" actId="26606"/>
          <ac:spMkLst>
            <pc:docMk/>
            <pc:sldMk cId="2267953237" sldId="265"/>
            <ac:spMk id="31" creationId="{121F5E60-4E89-4B16-A245-12BD9935998D}"/>
          </ac:spMkLst>
        </pc:spChg>
        <pc:picChg chg="add del mod ord">
          <ac:chgData name="Peter Chapman" userId="c6648ea13a4819e1" providerId="LiveId" clId="{BF9EC2D8-1460-441A-9732-E6910D3CE5BB}" dt="2025-12-06T21:30:29.308" v="5976" actId="478"/>
          <ac:picMkLst>
            <pc:docMk/>
            <pc:sldMk cId="2267953237" sldId="265"/>
            <ac:picMk id="5" creationId="{552D3C06-9BC2-47EB-480B-30DAAD0AAE04}"/>
          </ac:picMkLst>
        </pc:picChg>
        <pc:picChg chg="add del mod">
          <ac:chgData name="Peter Chapman" userId="c6648ea13a4819e1" providerId="LiveId" clId="{BF9EC2D8-1460-441A-9732-E6910D3CE5BB}" dt="2025-12-06T21:43:50.399" v="6026" actId="478"/>
          <ac:picMkLst>
            <pc:docMk/>
            <pc:sldMk cId="2267953237" sldId="265"/>
            <ac:picMk id="9" creationId="{0C7B75DF-B05E-E979-3123-F11FCB81DCF4}"/>
          </ac:picMkLst>
        </pc:picChg>
        <pc:picChg chg="add mod modCrop">
          <ac:chgData name="Peter Chapman" userId="c6648ea13a4819e1" providerId="LiveId" clId="{BF9EC2D8-1460-441A-9732-E6910D3CE5BB}" dt="2025-12-06T21:45:51.213" v="6050" actId="1076"/>
          <ac:picMkLst>
            <pc:docMk/>
            <pc:sldMk cId="2267953237" sldId="265"/>
            <ac:picMk id="13" creationId="{D186D2D9-3C6F-D15D-0971-4DA7669ED194}"/>
          </ac:picMkLst>
        </pc:picChg>
      </pc:sldChg>
      <pc:sldChg chg="addSp modSp add mod">
        <pc:chgData name="Peter Chapman" userId="c6648ea13a4819e1" providerId="LiveId" clId="{BF9EC2D8-1460-441A-9732-E6910D3CE5BB}" dt="2025-12-07T23:02:12.589" v="8503" actId="5793"/>
        <pc:sldMkLst>
          <pc:docMk/>
          <pc:sldMk cId="710535940" sldId="266"/>
        </pc:sldMkLst>
        <pc:spChg chg="mod">
          <ac:chgData name="Peter Chapman" userId="c6648ea13a4819e1" providerId="LiveId" clId="{BF9EC2D8-1460-441A-9732-E6910D3CE5BB}" dt="2025-12-06T19:09:05.120" v="5316" actId="20577"/>
          <ac:spMkLst>
            <pc:docMk/>
            <pc:sldMk cId="710535940" sldId="266"/>
            <ac:spMk id="2" creationId="{4B8BD9C9-06DC-4A30-B3CD-2AA7154AAA5D}"/>
          </ac:spMkLst>
        </pc:spChg>
        <pc:spChg chg="mod">
          <ac:chgData name="Peter Chapman" userId="c6648ea13a4819e1" providerId="LiveId" clId="{BF9EC2D8-1460-441A-9732-E6910D3CE5BB}" dt="2025-12-07T22:58:22.877" v="8343" actId="14100"/>
          <ac:spMkLst>
            <pc:docMk/>
            <pc:sldMk cId="710535940" sldId="266"/>
            <ac:spMk id="3" creationId="{1793D108-729A-E92E-7652-A8DCAE1398BD}"/>
          </ac:spMkLst>
        </pc:spChg>
        <pc:spChg chg="add mod">
          <ac:chgData name="Peter Chapman" userId="c6648ea13a4819e1" providerId="LiveId" clId="{BF9EC2D8-1460-441A-9732-E6910D3CE5BB}" dt="2025-12-07T23:02:12.589" v="8503" actId="5793"/>
          <ac:spMkLst>
            <pc:docMk/>
            <pc:sldMk cId="710535940" sldId="266"/>
            <ac:spMk id="4" creationId="{F0FFE242-AF66-E416-55A8-77237F26DD8E}"/>
          </ac:spMkLst>
        </pc:spChg>
        <pc:graphicFrameChg chg="add mod modGraphic">
          <ac:chgData name="Peter Chapman" userId="c6648ea13a4819e1" providerId="LiveId" clId="{BF9EC2D8-1460-441A-9732-E6910D3CE5BB}" dt="2025-12-07T23:01:25.416" v="8413" actId="14734"/>
          <ac:graphicFrameMkLst>
            <pc:docMk/>
            <pc:sldMk cId="710535940" sldId="266"/>
            <ac:graphicFrameMk id="5" creationId="{91A6AFD7-35FE-4482-A12C-CEE4E8C360F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73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47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6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3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30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3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5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B6D00ED-6D54-4CEE-8239-46822CBC8E3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BCCD6B8-60A6-4710-9B0E-E75C6A1FB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5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5A36-2E3D-FEE2-DEFC-6EEDFADD9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956837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Variability in Defensive Pass Coverage Schemes Lead to Successful Pass Defense?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B94D3-634B-41B9-F82D-2D7573FD2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131426"/>
            <a:ext cx="9418320" cy="169164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Peter Chapman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SPAX402: Predictive Analysis Using Athletics Data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of Delaware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9,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8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4C0A-3396-EB8D-A33B-3302F69A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C164E-0948-FA1D-3856-E89BD7524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Dallas Cowboys prioritized zone coverage for pass defense through Weeks 1-9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little man coverage as a result, especially compared to rest of the league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Fans have been critical of DC Matt Eberflus for strict dedication to zone defense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 defense struggled mightily during first 9 weeks of the 2025 season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successful DCs are known to throw different looks at the opposing offense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Minnesota Vikings: Brian Flores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Kansas City Chiefs: Steve Spagnuolo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Philadelphia Eagles: Vic Fangio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Does variability in defensive pass coverage schemes have a relationship with pass defense success in the NFL?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of study: First 13 weeks of 2025 NFL season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defensive pass coverage schemes recorded for each NFL team so far in 2025</a:t>
            </a:r>
          </a:p>
        </p:txBody>
      </p:sp>
    </p:spTree>
    <p:extLst>
      <p:ext uri="{BB962C8B-B14F-4D97-AF65-F5344CB8AC3E}">
        <p14:creationId xmlns:p14="http://schemas.microsoft.com/office/powerpoint/2010/main" val="14347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CA4A-C9C6-CECA-2173-9DEB991B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73CB-CCE2-9E61-A64B-14A041FB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Defensive Pass Coverage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D2F7-6E8D-553A-7425-CFD55618F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078" y="1825624"/>
            <a:ext cx="3896140" cy="459526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different defensive pass coverage schemes used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PFF definitions used for descriptions of each scheme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Coverages are used selectively by each team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common: Cover 1, Cover 3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common: Cover 1 Double, Cover 3 Seam, Bracket Cover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coverages are very similar to each other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E70916-ACC4-469C-21AE-BBBC54D4A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76735"/>
              </p:ext>
            </p:extLst>
          </p:nvPr>
        </p:nvGraphicFramePr>
        <p:xfrm>
          <a:off x="4647363" y="1825625"/>
          <a:ext cx="6144567" cy="459527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297732">
                  <a:extLst>
                    <a:ext uri="{9D8B030D-6E8A-4147-A177-3AD203B41FA5}">
                      <a16:colId xmlns:a16="http://schemas.microsoft.com/office/drawing/2014/main" val="2998618164"/>
                    </a:ext>
                  </a:extLst>
                </a:gridCol>
                <a:gridCol w="4846835">
                  <a:extLst>
                    <a:ext uri="{9D8B030D-6E8A-4147-A177-3AD203B41FA5}">
                      <a16:colId xmlns:a16="http://schemas.microsoft.com/office/drawing/2014/main" val="3215457820"/>
                    </a:ext>
                  </a:extLst>
                </a:gridCol>
              </a:tblGrid>
              <a:tr h="438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Coverage Name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Description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8370486"/>
                  </a:ext>
                </a:extLst>
              </a:tr>
              <a:tr h="212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0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 man-to-man coverage across the board with no deep defenders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3770388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1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Any form of man defense across the board with a defensive player as a single High Man concept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233284"/>
                  </a:ext>
                </a:extLst>
              </a:tr>
              <a:tr h="4383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1 Double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Double single High Man coverage when it is clear the defense is targeting to double one offensive receiver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9986759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2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 two deep safety concept where any zone principle is applied; can include Tampa 2, 2 Traps, or 2 Combo/Match coverage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3650762"/>
                  </a:ext>
                </a:extLst>
              </a:tr>
              <a:tr h="2125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>
                          <a:effectLst/>
                        </a:rPr>
                        <a:t>Cover 3</a:t>
                      </a:r>
                      <a:endParaRPr lang="en-US" sz="1200" b="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Any 3 Deep, 4 Under concept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3168919"/>
                  </a:ext>
                </a:extLst>
              </a:tr>
              <a:tr h="6640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Quarter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Cover quarters; 4 Deep, 3 Under concept where the corners are on #1, safeties on #2, and backside safety rotation dependent on formation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810887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6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 quarters concept on half the field and a 2 Deep concept on the other half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1246324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2 Man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 2 Deep safety concept where a man principle is applied; the underneath coverage will be in man across the board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1924202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Cover 3 Seam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A 3 Deep, 4 Under concept where the Curl/Flat defenders match #2 when they go vertical or out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5760314"/>
                  </a:ext>
                </a:extLst>
              </a:tr>
              <a:tr h="4382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100" dirty="0">
                          <a:effectLst/>
                        </a:rPr>
                        <a:t>Bracket Cover</a:t>
                      </a:r>
                      <a:endParaRPr lang="en-US" sz="12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When two offensive players have an in and out bracket by two defenders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0673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1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ABBF-7A6A-FC32-F8A3-FD527754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3118-9EA5-EB3C-D2E0-7B525C5C9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16312" cy="4351338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Football Focus (PFF) was the source of most data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pass coverage distribution for each NFL team in Weeks 1-13 of 2025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grades for each defensive player in both 2024 and 2025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pass defense outcomes for each team provided by Sumer Sports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defensive stats such as pass yards, pass touchdowns, and total Expected Points Added (EPA)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statistics such as completion percentage, EPA/Play, and EPA/Pass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consisted of four steps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average coverage grades for cornerbacks and safeties by team from 2024-2025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average grade for pass rushers by team from 2024-2025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variability in the key defensive pass coverage schemes for each team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all variables for each team in one data frame (.csv file)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83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09CF-5ACF-477C-D804-05465C10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4FE68-4905-BC76-2DF9-B297C24A82F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9692641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Mathematical concept used to measure the variability or randomness of certain strategies, schemes, decisions, or even outcomes</a:t>
                </a:r>
              </a:p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Application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Standardized entropy calculated for each NFL pass defense so far in 2025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10 major pass defense outcomes considered for each team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high standardized entropy indicates high variability in defensive pass coverage scheme usage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Perfect variability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Standardized Entropy of 100%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Numerator represents the entropy; denominator standardizes for the number of pass defense options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𝐶𝑜𝑣𝑒𝑟𝑎𝑔𝑒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𝑆𝑡𝑎𝑛𝑑𝑎𝑟𝑑𝑖𝑧𝑒𝑑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𝐸𝑛𝑡𝑟𝑜𝑝𝑦</m:t>
                              </m:r>
                              <m:r>
                                <a:rPr lang="en-US" sz="2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𝑇𝑒𝑎𝑚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100" i="1">
                                  <a:latin typeface="Cambria Math" panose="02040503050406030204" pitchFamily="18" charset="0"/>
                                </a:rPr>
                                <m:t>𝑌𝑒𝑎𝑟</m:t>
                              </m:r>
                            </m:sub>
                          </m:s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e>
                          <m:f>
                            <m:f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𝐶𝑜𝑣𝑒𝑟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0 %∗</m:t>
                                  </m:r>
                                  <m:func>
                                    <m:func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100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b="0" i="1" smtClean="0">
                                              <a:latin typeface="Cambria Math" panose="02040503050406030204" pitchFamily="18" charset="0"/>
                                            </a:rPr>
                                            <m:t>𝐶𝑜𝑣𝑒𝑟</m:t>
                                          </m:r>
                                          <m:r>
                                            <a:rPr lang="en-US" sz="2100" b="0" i="1" smtClean="0">
                                              <a:latin typeface="Cambria Math" panose="02040503050406030204" pitchFamily="18" charset="0"/>
                                            </a:rPr>
                                            <m:t> 0 %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𝐶𝑜𝑣𝑒𝑟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1 %∗</m:t>
                                  </m:r>
                                  <m:func>
                                    <m:func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100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100" b="0" i="1" smtClean="0">
                                              <a:latin typeface="Cambria Math" panose="02040503050406030204" pitchFamily="18" charset="0"/>
                                            </a:rPr>
                                            <m:t>𝐶𝑜𝑣𝑒𝑟</m:t>
                                          </m:r>
                                          <m:r>
                                            <a:rPr lang="en-US" sz="2100" b="0" i="1" smtClean="0">
                                              <a:latin typeface="Cambria Math" panose="02040503050406030204" pitchFamily="18" charset="0"/>
                                            </a:rPr>
                                            <m:t> 1 %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𝐵𝑟𝑎𝑐𝑘𝑒𝑡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𝐶𝑜𝑣𝑒𝑟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%∗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  <m: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𝐵𝑟𝑎𝑐𝑘𝑒𝑡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𝐶𝑜𝑣𝑒𝑟</m:t>
                                  </m:r>
                                  <m:r>
                                    <a:rPr lang="en-US" sz="2100" b="0" i="1" smtClean="0">
                                      <a:latin typeface="Cambria Math" panose="02040503050406030204" pitchFamily="18" charset="0"/>
                                    </a:rPr>
                                    <m:t> %)</m:t>
                                  </m:r>
                                </m:e>
                              </m:d>
                            </m:num>
                            <m:den>
                              <m:func>
                                <m:funcPr>
                                  <m:ctrlPr>
                                    <a:rPr lang="en-US" sz="21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1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𝑁𝑢𝑚𝑏𝑒𝑟</m:t>
                                      </m:r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𝑜𝑓</m:t>
                                      </m:r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𝑆𝑐h𝑒𝑚𝑒𝑠</m:t>
                                      </m:r>
                                      <m:r>
                                        <a:rPr lang="en-US" sz="2100" b="0" i="1" smtClean="0">
                                          <a:latin typeface="Cambria Math" panose="02040503050406030204" pitchFamily="18" charset="0"/>
                                        </a:rPr>
                                        <m:t>=10</m:t>
                                      </m:r>
                                    </m:e>
                                  </m:d>
                                </m:e>
                              </m:func>
                            </m:den>
                          </m:f>
                        </m:e>
                      </m:eqArr>
                    </m:oMath>
                  </m:oMathPara>
                </a14:m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4FE68-4905-BC76-2DF9-B297C24A82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9692641" cy="4351338"/>
              </a:xfrm>
              <a:blipFill>
                <a:blip r:embed="rId2"/>
                <a:stretch>
                  <a:fillRect l="-189" t="-2241" r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16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E5E2E-FB66-55CE-F8BD-5569732B3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73EA9-5E55-8AE4-26D0-BBDD90E98F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1" y="1825624"/>
                <a:ext cx="10064262" cy="489097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statistical analysis models considered to answer research question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1: Simple linear regression (SLR) between opponent EPA per pass and pass coverage variability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2: Multiple linear regression model with other predictor (control) variables by team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Controls: Average CB coverage grade, average S coverage grade, and average pass rusher grade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Removes lurking variable bias: Other variables impact opponent EPA per pass, limiting ability to interpret the simple linear regression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Allows for more accurate results for the effect of coverage variability on opponent EPA per pass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𝑂𝑝𝑝𝑜𝑛𝑒𝑛𝑡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𝐸𝑃𝐴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𝑃𝑎𝑠𝑠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𝐶𝑜𝑣𝑒𝑟𝑎𝑔𝑒𝑆𝑡𝑎𝑛𝑑𝑎𝑟𝑑𝑖𝑧𝑒𝑑𝐸𝑛𝑡𝑟𝑜𝑝𝑦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𝑂𝑝𝑝𝑜𝑛𝑒𝑛𝑡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𝐸𝑃𝐴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𝑃𝑎𝑠𝑠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𝐶𝑜𝑣𝑒𝑟𝑎𝑔𝑒𝑆𝑡𝑎𝑛𝑑𝑎𝑟𝑑𝑖𝑧𝑒𝑑𝐸𝑛𝑡𝑟𝑜𝑝𝑦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𝑎𝑣𝑒𝑟𝑎𝑔𝑒𝑆𝑎𝑓𝑒𝑡𝑦𝐶𝑜𝑣𝑒𝑟𝑎𝑔𝑒𝐺𝑟𝑎𝑑𝑒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𝑎𝑣𝑒𝑟𝑎𝑔𝑒𝐶𝑜𝑟𝑛𝑒𝑟𝐶𝑜𝑣𝑒𝑟𝑎𝑔𝑒𝐺𝑟𝑎𝑑𝑒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𝑎𝑣𝑒𝑟𝑎𝑔𝑒𝑃𝑎𝑠𝑠𝑅𝑢𝑠h𝑒𝑟𝐺𝑟𝑎𝑑𝑒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𝐿𝑎𝑠𝑡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𝑌𝑒𝑎𝑟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073EA9-5E55-8AE4-26D0-BBDD90E98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1" y="1825624"/>
                <a:ext cx="10064262" cy="4890973"/>
              </a:xfrm>
              <a:blipFill>
                <a:blip r:embed="rId2"/>
                <a:stretch>
                  <a:fillRect l="-61" t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32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621F8-BFE1-91E7-D69C-73065981F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38A94-97BE-9167-6355-DB40BD97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8" y="758952"/>
            <a:ext cx="3271100" cy="539203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League-Wide Distribution of Defensive Pass Coverage Standardized Entropy</a:t>
            </a: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High: Denver Broncos, 83.66%</a:t>
            </a:r>
            <a:br>
              <a:rPr lang="en-US" sz="1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Low: Las Vegas Raiders, 66.43%</a:t>
            </a:r>
            <a:br>
              <a:rPr lang="en-US" sz="3400" dirty="0">
                <a:solidFill>
                  <a:srgbClr val="FFFFFF"/>
                </a:solidFill>
              </a:rPr>
            </a:br>
            <a:br>
              <a:rPr lang="en-US" sz="3400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of a bar chart&#10;&#10;AI-generated content may be incorrect.">
            <a:extLst>
              <a:ext uri="{FF2B5EF4-FFF2-40B4-BE49-F238E27FC236}">
                <a16:creationId xmlns:a16="http://schemas.microsoft.com/office/drawing/2014/main" id="{D186D2D9-3C6F-D15D-0971-4DA7669E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29"/>
          <a:stretch>
            <a:fillRect/>
          </a:stretch>
        </p:blipFill>
        <p:spPr>
          <a:xfrm>
            <a:off x="481246" y="1311516"/>
            <a:ext cx="7503080" cy="480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53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B876F-2EEE-36DD-966B-C9100160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8ECBA-3258-45DF-8FD4-7581736BC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BF453-BD82-4B90-9FE7-517031338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9D14A-9401-A83D-4658-2DB53A99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1" y="127264"/>
            <a:ext cx="3558112" cy="201262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br>
              <a:rPr lang="en-US" sz="1900" dirty="0">
                <a:solidFill>
                  <a:srgbClr val="FFFFFF"/>
                </a:solidFill>
              </a:rPr>
            </a:br>
            <a:endParaRPr lang="en-US" sz="1900" dirty="0">
              <a:solidFill>
                <a:srgbClr val="FFFFFF"/>
              </a:solidFill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72366D3-9B5C-42E1-9906-77FF6BB55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756100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F5E60-4E89-4B16-A245-12BD9935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57ADD70-530B-0440-B993-FB1FAE79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" y="1457292"/>
            <a:ext cx="7481802" cy="43166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312E84E7-BCBE-F347-A409-AD414C127F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37064" y="153185"/>
                <a:ext cx="4066952" cy="4159577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250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 spc="-5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85000"/>
                  </a:lnSpc>
                </a:pPr>
                <a:r>
                  <a:rPr lang="en-US" sz="1120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Linear Regression Model Results</a:t>
                </a:r>
              </a:p>
              <a:p>
                <a:pPr>
                  <a:lnSpc>
                    <a:spcPct val="85000"/>
                  </a:lnSpc>
                </a:pPr>
                <a:endParaRPr lang="en-US" sz="112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5000"/>
                  </a:lnSpc>
                </a:pPr>
                <a:endParaRPr lang="en-US" sz="28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𝑂𝑝𝑝𝑜𝑛𝑒𝑛𝑡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𝐸𝑃𝐴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𝑃𝑒𝑟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sz="6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𝑃𝑎𝑠𝑠</m:t>
                              </m:r>
                            </m:e>
                          </m:acc>
                        </m:e>
                        <m:sub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𝑇𝑒𝑎𝑚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2025</m:t>
                          </m:r>
                        </m:sub>
                      </m:sSub>
                      <m:r>
                        <a:rPr lang="en-US" sz="6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=0.384144 −0.498298</m:t>
                      </m:r>
                      <m:sSub>
                        <m:sSubPr>
                          <m:ctrlP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𝑆𝑡𝑎𝑛𝑑𝑎𝑟𝑑𝑖𝑧𝑒𝑑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𝐸𝑛𝑡𝑟𝑜𝑝𝑦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𝑇𝑒𝑎𝑚</m:t>
                          </m:r>
                          <m:r>
                            <a:rPr lang="en-US" sz="6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2025</m:t>
                          </m:r>
                        </m:sub>
                      </m:sSub>
                    </m:oMath>
                  </m:oMathPara>
                </a14:m>
                <a:br>
                  <a:rPr lang="en-US" sz="250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5000"/>
                  </a:lnSpc>
                </a:pPr>
                <a:endParaRPr lang="en-US" sz="500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85000"/>
                  </a:lnSpc>
                </a:pPr>
                <a:br>
                  <a:rPr lang="en-US" sz="500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800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R-Squared: 4.19%</a:t>
                </a:r>
              </a:p>
              <a:p>
                <a:pPr>
                  <a:lnSpc>
                    <a:spcPct val="85000"/>
                  </a:lnSpc>
                </a:pPr>
                <a:r>
                  <a:rPr lang="en-US" sz="8000" dirty="0">
                    <a:solidFill>
                      <a:srgbClr val="FFFF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P-Value: 0.261051</a:t>
                </a:r>
                <a:endParaRPr lang="en-US" sz="8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312E84E7-BCBE-F347-A409-AD414C127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064" y="153185"/>
                <a:ext cx="4066952" cy="4159577"/>
              </a:xfrm>
              <a:prstGeom prst="rect">
                <a:avLst/>
              </a:prstGeom>
              <a:blipFill>
                <a:blip r:embed="rId3"/>
                <a:stretch>
                  <a:fillRect l="-2994" r="-898" b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B1541-F0A4-5FB1-71F3-55FF624A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D9C9-06DC-4A30-B3CD-2AA7154A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3D108-729A-E92E-7652-A8DCAE1398B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825625"/>
                <a:ext cx="11353800" cy="79351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5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𝑂𝑝𝑝𝑜𝑛𝑒𝑛𝑡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𝐸𝑃𝐴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𝑃𝑒𝑟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𝑃𝑎𝑠𝑠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𝑇𝑒𝑎𝑚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,   2025</m:t>
                              </m:r>
                            </m:sub>
                          </m:sSub>
                        </m:e>
                      </m:acc>
                      <m:r>
                        <a:rPr lang="en-US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0.09764−0.3899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𝐶𝑜𝑣𝑒𝑟𝑎𝑔𝑒𝑆𝑡𝑎𝑛𝑑𝑎𝑟𝑑𝑖𝑧𝑒𝑑𝐸𝑛𝑡𝑟𝑜𝑝𝑦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   2025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−4.66936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𝑎𝑣𝑒𝑟𝑎𝑔𝑒𝑆𝑎𝑓𝑒𝑡𝑦𝐶𝑜𝑣𝑒𝑟𝑎𝑔𝑒𝐺𝑟𝑎𝑑𝑒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   2024−2025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−0.71344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𝑎𝑣𝑒𝑟𝑎𝑔𝑒𝐶𝑜𝑟𝑛𝑒𝑟𝐶𝑜𝑣𝑒𝑟𝑎𝑔𝑒𝐺𝑟𝑎𝑑𝑒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   2024−2025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−0.29354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𝑎𝑣𝑒𝑟𝑎𝑔𝑒𝑃𝑎𝑠𝑠𝑅𝑢𝑠h𝑒𝑟𝐺𝑟𝑎𝑑𝑒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𝑇𝑒𝑎𝑚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   2024−2025</m:t>
                          </m:r>
                        </m:sub>
                      </m:sSub>
                    </m:oMath>
                  </m:oMathPara>
                </a14:m>
                <a:endParaRPr lang="en-US" sz="15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3D108-729A-E92E-7652-A8DCAE139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825625"/>
                <a:ext cx="11353800" cy="793511"/>
              </a:xfrm>
              <a:blipFill>
                <a:blip r:embed="rId2"/>
                <a:stretch>
                  <a:fillRect t="-1527" b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FFE242-AF66-E416-55A8-77237F26DD8E}"/>
              </a:ext>
            </a:extLst>
          </p:cNvPr>
          <p:cNvSpPr txBox="1">
            <a:spLocks/>
          </p:cNvSpPr>
          <p:nvPr/>
        </p:nvSpPr>
        <p:spPr>
          <a:xfrm>
            <a:off x="498764" y="2688060"/>
            <a:ext cx="5597236" cy="40736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Times New Roman" panose="02020603050405020304" pitchFamily="18" charset="0"/>
              </a:rPr>
              <a:t>Two relevant predictor variables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</a:rPr>
              <a:t>Average cornerback coverage grade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</a:rPr>
              <a:t>Average pass rusher grade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</a:rPr>
              <a:t>Variables may be clinically significant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</a:rPr>
              <a:t>Defensive pass coverage standardized entropy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</a:rPr>
              <a:t>Average safety coverage grade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pass coverage variability has become less important; positional grades hold more importance in determining opponent EPA per pass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Lurking variable bias has been partially addressed, but other variables can still be added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A6AFD7-35FE-4482-A12C-CEE4E8C36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79947"/>
              </p:ext>
            </p:extLst>
          </p:nvPr>
        </p:nvGraphicFramePr>
        <p:xfrm>
          <a:off x="6323216" y="2688060"/>
          <a:ext cx="4479173" cy="382538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18853">
                  <a:extLst>
                    <a:ext uri="{9D8B030D-6E8A-4147-A177-3AD203B41FA5}">
                      <a16:colId xmlns:a16="http://schemas.microsoft.com/office/drawing/2014/main" val="3587480351"/>
                    </a:ext>
                  </a:extLst>
                </a:gridCol>
                <a:gridCol w="1458884">
                  <a:extLst>
                    <a:ext uri="{9D8B030D-6E8A-4147-A177-3AD203B41FA5}">
                      <a16:colId xmlns:a16="http://schemas.microsoft.com/office/drawing/2014/main" val="2188524458"/>
                    </a:ext>
                  </a:extLst>
                </a:gridCol>
                <a:gridCol w="1101436">
                  <a:extLst>
                    <a:ext uri="{9D8B030D-6E8A-4147-A177-3AD203B41FA5}">
                      <a16:colId xmlns:a16="http://schemas.microsoft.com/office/drawing/2014/main" val="3932061095"/>
                    </a:ext>
                  </a:extLst>
                </a:gridCol>
              </a:tblGrid>
              <a:tr h="503093">
                <a:tc>
                  <a:txBody>
                    <a:bodyPr/>
                    <a:lstStyle/>
                    <a:p>
                      <a:r>
                        <a:rPr lang="en-US" sz="16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898396"/>
                  </a:ext>
                </a:extLst>
              </a:tr>
              <a:tr h="1257732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Coverage Standardized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-0.3899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0.3559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004659"/>
                  </a:ext>
                </a:extLst>
              </a:tr>
              <a:tr h="510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Average Safety Coverage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-4.66936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0.5424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67874"/>
                  </a:ext>
                </a:extLst>
              </a:tr>
              <a:tr h="510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Average Cornerback Coverage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-0.71344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0.0448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500063"/>
                  </a:ext>
                </a:extLst>
              </a:tr>
              <a:tr h="510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Average Pass Rusher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-0.29354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0.0503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223033"/>
                  </a:ext>
                </a:extLst>
              </a:tr>
              <a:tr h="51008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0.09764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0.7729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35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535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A915-D9F1-08DB-A08F-BA3B08A8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88F3-8C1A-B7DD-6B81-A7972E800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327CC-FA37-A314-B49D-FCDFF479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10515600" cy="4874434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 range of defensive pass coverage variability results in the 2025 NFL Weeks 1-13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Low: Las Vegas Raiders, 66.43%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High: Denver Broncos, 83.66%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pass coverage standardized entropy had similar results in both models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relationship with opponent EPA per pass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insignificant at most statistical significance levels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still hold clinical significance from a coaching perspective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PFF grades by position had negative relationships with opponent EPA per pass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More research should be performed using the MLR model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control variables to model to eliminate more lurking variable bias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PFF grades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Offensive EPA per pass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Injuries on both sides of the football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dependent variable of interest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points added per drop back (EPA / drop back)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Interception rate (INT%)</a:t>
            </a:r>
          </a:p>
        </p:txBody>
      </p:sp>
    </p:spTree>
    <p:extLst>
      <p:ext uri="{BB962C8B-B14F-4D97-AF65-F5344CB8AC3E}">
        <p14:creationId xmlns:p14="http://schemas.microsoft.com/office/powerpoint/2010/main" val="39857141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463</TotalTime>
  <Words>1067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 Math</vt:lpstr>
      <vt:lpstr>Century Schoolbook</vt:lpstr>
      <vt:lpstr>Times New Roman</vt:lpstr>
      <vt:lpstr>Wingdings 2</vt:lpstr>
      <vt:lpstr>View</vt:lpstr>
      <vt:lpstr>Does Variability in Defensive Pass Coverage Schemes Lead to Successful Pass Defense?</vt:lpstr>
      <vt:lpstr>Introduction and Research Question</vt:lpstr>
      <vt:lpstr>Key Defensive Pass Coverage Schemes</vt:lpstr>
      <vt:lpstr>Data Collection and Transformation</vt:lpstr>
      <vt:lpstr>Standardized Entropy</vt:lpstr>
      <vt:lpstr>Regression Models</vt:lpstr>
      <vt:lpstr>League-Wide Distribution of Defensive Pass Coverage Standardized Entropy  High: Denver Broncos, 83.66% Low: Las Vegas Raiders, 66.43%  </vt:lpstr>
      <vt:lpstr>   </vt:lpstr>
      <vt:lpstr>Multiple Linear Regression Results</vt:lpstr>
      <vt:lpstr>Conclusion and 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Chapman</dc:creator>
  <cp:lastModifiedBy>Peter Chapman</cp:lastModifiedBy>
  <cp:revision>1</cp:revision>
  <dcterms:created xsi:type="dcterms:W3CDTF">2025-12-02T18:07:40Z</dcterms:created>
  <dcterms:modified xsi:type="dcterms:W3CDTF">2025-12-07T23:38:22Z</dcterms:modified>
</cp:coreProperties>
</file>